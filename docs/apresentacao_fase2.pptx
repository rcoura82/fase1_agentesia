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Olá. Este vídeo apresenta a evolução do projeto de agentes de inteligência artificial, da visão estratégica da Fase 1 até os casos de uso operacionais da Fase 2. A proposta não é começar pela tecnologia, mas por problemas concretos da experiência do cliente, da logística e da retenção. O relatório agora detalha três agentes, como eles operam, quais dados precisam, quais decisões exigem pessoas e como medir os resultados. Ao final, apresentamos uma proposta de piloto para validação executiva.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base Olist contém quase cem mil pedidos. Cruzamos pedidos entregues com um review por pedido: noventa e cinco mil oitocentos e vinte e quatro registros. No prazo, nove vírgula dois por cento receberam nota um ou dois. Com atraso, cinquenta e quatro vírgula um por cento. A nota média cai de quatro vírgula vinte e nove para dois vírgula cinquenta e sete. É uma associação forte, que justifica priorizar logística e resposta ao cliente, mas não prova causalidade.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primeiro agente, Voz do Cliente, é acionado por um novo review. Cruza nota e comentário com prazo, produto e vendedor para classificar temas como atraso ou defeito. A ausência de texto não é interpretada como satisfação. Reviews críticos geram resumo e alerta; o atendimento humano valida e contata o cliente. Os resultados alimentam um painel de temas. Indicadores: avaliações negativas, tempo de resposta, nota por categoria e, quando disponíveis, satisfação e NPS.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agente de Exceções Logísticas monitora pedidos perto do limite de envio e entregas fora do prazo. Com pedidos, itens, vendedores e localização, prioriza exceções por rota, região, categoria e impacto. Pode sugerir comunicação ao cliente; casos críticos exigem aprovação do analista, que aciona seller ou transportadora. Como a base não possui tracking em tempo real nem identifica a transportadora, causas são hipóteses a validar. A meta é reduzir atrasos e tempo de resolução.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agente de Retenção apoia CRM e comercial com segmentos de baixa recompra e experiência ruim. Usa o histórico de pedidos, pagamentos e reviews para sugerir ações. Mas a recompra observada é cerca de três vírgula um por cento tanto para clientes com nota baixa na primeira compra quanto para os demais. A base não demonstra relação entre nota e recompra, portanto não permite prever churn individual. Até integrar CRM, engajamento e uma janela adequada, o agente gera hipóteses para avaliação humana e testes controlados.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jornadas mostram gatilhos, entradas, decisões e saídas. Em reviews, a classificação define se há escalonamento. Na logística, risco e impacto definem a prioridade e os casos críticos passam por aprovação. Na retenção, o CRM decide sobre a campanha sugerida. As saídas alimentam painéis e medição de resultados. Os prompts instruem os agentes a separar fatos, hipóteses e recomendações, declarar dados ausentes e não inventar informações. A IA acelera a triagem sem retirar a responsabilidade das equipes.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Recomendamos um piloto controlado de Voz do Cliente e Exceções Logísticas, com os dados disponíveis. Antes, as áreas definem a linha de base e metas, como tempo de triagem e resolução de atrasos. A Onda 2 integra retenção ao CRM; a Onda 3 consolida os sinais no Copiloto Executivo. Governança exige trilha de auditoria, responsáveis e aprovação humana nos casos críticos. A decisão solicitada é validar os casos da Onda 1, seus responsáveis e critérios de sucesso. Assim, a oportunidade vira um investimento incremental, mensurável e supervisionado.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PROPOSTA EXECUTIVA  |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Da oportunidade à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Agentes de IA para transformar sinais de clientes e logística em decisões acionáveis.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3 agentes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detalhados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4 jornadas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mapeadas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1 piloto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prioritário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01  |  O QUE A BASE MOSTRA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Atraso e insatisfação caminham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Pedidos entregues com atraso apresentam quase seis vezes mais avaliações com nota 1 ou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54,1%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reviews 1–2 com atraso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9,2%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reviews 1–2 no prazo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95.824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pedidos cruzados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02  |  AGENTE DE VOZ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Reviews viram temas e prioridades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Detecta sentimento e motivo; casos críticos são encaminhados ao atendimento humano.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14,7%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reviews com nota 1–2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41,3%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reviews têm texto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dono operacional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03  |  AGENTE DE EXCEÇÕES LOGÍSTICAS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Priorizar antes que a exceção escale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Cruza prazo, vendedor, rota e categoria; recomenda a próxima ação para a operação.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8,1%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entregas após estimativa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12,6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prazo médio de entrega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Humano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aprova casos críticos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04  |  AGENTE DE RETENÇÃO E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Retenção começa com cautela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Na base atual, o agente identifica segmentos e hipóteses; não prevê churn individual.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3,1%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clientes com recompra observada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integração necessária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Segmentos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recomendação inicial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05  |  COMO OS AGENTES OPERAM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Sinal → decisão → ação → aprendizado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As jornadas definem gatilhos, entradas, decisões, supervisão humana e resultados esperados.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Gatilho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review ou risco logístico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priorizar ou escalar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Saída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alerta, ação e 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920240"/>
            <a:ext cx="4206240" cy="4389120"/>
          </a:xfrm>
          <a:prstGeom prst="ellipse">
            <a:avLst/>
          </a:prstGeom>
          <a:solidFill>
            <a:srgbClr val="12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38360" cy="128016"/>
          </a:xfrm>
          <a:prstGeom prst="rect">
            <a:avLst/>
          </a:prstGeom>
          <a:solidFill>
            <a:srgbClr val="34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0C5"/>
                </a:solidFill>
                <a:latin typeface="Calibri"/>
              </a:rPr>
              <a:t>06  |  PILOTO E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Calibri"/>
              </a:rPr>
              <a:t>Começar pequeno, medir e escalar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B9D0"/>
                </a:solidFill>
                <a:latin typeface="Calibri"/>
              </a:rPr>
              <a:t>Onda 1: Voz do Cliente + Logística. Retenção vem após integração de CRM.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BE4F"/>
                </a:solidFill>
                <a:latin typeface="Calibri"/>
              </a:rPr>
              <a:t>Onda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reviews e atrasos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Onda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retenção com CRM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044952"/>
            <a:ext cx="3447288" cy="1554480"/>
          </a:xfrm>
          <a:prstGeom prst="roundRect">
            <a:avLst>
              <a:gd name="adj" fmla="val 10000"/>
            </a:avLst>
          </a:prstGeom>
          <a:solidFill>
            <a:srgbClr val="15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73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4D0C5"/>
                </a:solidFill>
                <a:latin typeface="Calibri"/>
              </a:rPr>
              <a:t>Onda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Calibri"/>
              </a:rPr>
              <a:t>copiloto executivo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52160"/>
            <a:ext cx="10789920" cy="18288"/>
          </a:xfrm>
          <a:prstGeom prst="rect">
            <a:avLst/>
          </a:prstGeom>
          <a:solidFill>
            <a:srgbClr val="34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9B9D0"/>
                </a:solidFill>
                <a:latin typeface="Calibri"/>
              </a:rPr>
              <a:t>PROJETO DE AGENTES DE IA  •  BRAZILIAN E-COMMERCE / OLIST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0167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4D0C5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